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for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Unlocking Insights and Driving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Python in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Versatility: From data acquisition to model deployment.</a:t>
            </a:r>
          </a:p>
          <a:p>
            <a:pPr/>
            <a:r>
              <a:t>Rich Ecosystem: A vast collection of specialized libraries and tools.</a:t>
            </a:r>
          </a:p>
          <a:p>
            <a:pPr/>
            <a:r>
              <a:t>Community Support: Large, active community for continuous development and assistance.</a:t>
            </a:r>
          </a:p>
          <a:p>
            <a:pPr/>
            <a:r>
              <a:t>Readability &amp; Ease of Use: Simplifies complex tasks, fostering collaboration.</a:t>
            </a:r>
          </a:p>
          <a:p>
            <a:pPr/>
            <a:r>
              <a:t>Scalability &amp; Integration: Handles diverse datasets and integrates with other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Python Libraries for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NumPy: Essential for numerical computing, especially with multi-dimensional arrays.</a:t>
            </a:r>
          </a:p>
          <a:p>
            <a:pPr/>
            <a:r>
              <a:t>Pandas: Data manipulation and analysis library, providing powerful DataFrames.</a:t>
            </a:r>
          </a:p>
          <a:p>
            <a:pPr/>
            <a:r>
              <a:t>Matplotlib: Comprehensive library for creating static, animated, and interactive visualizations.</a:t>
            </a:r>
          </a:p>
          <a:p>
            <a:pPr/>
            <a:r>
              <a:t>Seaborn: Built on Matplotlib, offers a high-level interface for attractive statistical graphics.</a:t>
            </a:r>
          </a:p>
          <a:p>
            <a:pPr/>
            <a:r>
              <a:t>Scikit-learn: Machine learning library for various algorithms (classification, regression, clustering).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Data Analysis Workflow with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Collection &amp; Acquisition: Gathering raw data from diverse sources.</a:t>
            </a:r>
          </a:p>
          <a:p>
            <a:pPr/>
            <a:r>
              <a:t>Data Cleaning &amp; Preprocessing: Handling missing values, outliers, and data transformation.</a:t>
            </a:r>
          </a:p>
          <a:p>
            <a:pPr/>
            <a:r>
              <a:t>Exploratory Data Analysis (EDA): Understanding data patterns, relationships, and anomalies.</a:t>
            </a:r>
          </a:p>
          <a:p>
            <a:pPr/>
            <a:r>
              <a:t>Feature Engineering: Creating new variables to enhance model performance.</a:t>
            </a:r>
          </a:p>
          <a:p>
            <a:pPr/>
            <a:r>
              <a:t>Model Building &amp; Training: Selecting and training appropriate machine learning models.</a:t>
            </a:r>
          </a:p>
          <a:p>
            <a:pPr/>
            <a:r>
              <a:t>Model Evaluation &amp; Optimization: Assessing performance and fine-tuning model parameters.</a:t>
            </a:r>
          </a:p>
          <a:p>
            <a:pPr/>
            <a:r>
              <a:t>Deployment &amp; Monitoring: Integrating models into applications and tracking their effectiveness.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Data Visualization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Histograms: Displaying the distribution of a single numerical variable.</a:t>
            </a:r>
          </a:p>
          <a:p>
            <a:pPr/>
            <a:r>
              <a:t>Scatter Plots: Showing relationships and correlations between two numerical variables.</a:t>
            </a:r>
          </a:p>
          <a:p>
            <a:pPr/>
            <a:r>
              <a:t>Bar Charts: Comparing quantities of different categories or groups.</a:t>
            </a:r>
          </a:p>
          <a:p>
            <a:pPr/>
            <a:r>
              <a:t>Line Plots: Illustrating trends over time or ordered sequences.</a:t>
            </a:r>
          </a:p>
          <a:p>
            <a:pPr/>
            <a:r>
              <a:t>Box Plots: Summarizing distribution, spread, and identifying outliers for numerical data.</a:t>
            </a:r>
          </a:p>
          <a:p>
            <a:pPr/>
            <a:r>
              <a:t>Heatmaps: Visualizing correlation matrices or relationships in matrix format.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Use Case: Predicting Customer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Problem: Identify customers likely to discontinue service for proactive retention.</a:t>
            </a:r>
          </a:p>
          <a:p>
            <a:pPr/>
            <a:r>
              <a:t>Data Sources: Customer demographics, usage history, support interaction logs.</a:t>
            </a:r>
          </a:p>
          <a:p>
            <a:pPr/>
            <a:r>
              <a:t>Python Steps (Leveraging Pandas &amp; Scikit-learn):</a:t>
            </a:r>
          </a:p>
          <a:p>
            <a:pPr lvl="1"/>
            <a:r>
              <a:t>1. Load and prepare customer data (e.g., handle missing values, feature scaling).</a:t>
            </a:r>
          </a:p>
          <a:p>
            <a:pPr lvl="1"/>
            <a:r>
              <a:t>2. Build a classification model (e.g., Logistic Regression, Random Forest).</a:t>
            </a:r>
          </a:p>
          <a:p>
            <a:pPr lvl="1"/>
            <a:r>
              <a:t>3. Train the model on historical customer data.</a:t>
            </a:r>
          </a:p>
          <a:p>
            <a:pPr lvl="1"/>
            <a:r>
              <a:t>4. Predict churn probability for current customer base.</a:t>
            </a:r>
          </a:p>
          <a:p>
            <a:pPr lvl="1"/>
            <a:r>
              <a:t>5. Visualize results to identify and target at-risk customer 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Advantages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Versatility &amp; Power: Adaptable across the entire data science lifecycle.</a:t>
            </a:r>
          </a:p>
          <a:p>
            <a:pPr/>
            <a:r>
              <a:t>Rich Ecosystem: Unparalleled library support fuels diverse applications.</a:t>
            </a:r>
          </a:p>
          <a:p>
            <a:pPr/>
            <a:r>
              <a:t>Community &amp; Resources: Extensive support, tutorials, and continuous innovation.</a:t>
            </a:r>
          </a:p>
          <a:p>
            <a:pPr/>
            <a:r>
              <a:t>Readability &amp; Productivity: Enables clean, efficient code development.</a:t>
            </a:r>
          </a:p>
          <a:p>
            <a:pPr/>
            <a:r>
              <a:t>Future-Proof: Continues to evolve as a leading language in the field.</a:t>
            </a:r>
          </a:p>
          <a:p>
            <a:pPr/>
            <a:r>
              <a:t>Conclusion: Python is an indispensable tool, empowering data scientists to extract meaningful insights and drive data-driven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